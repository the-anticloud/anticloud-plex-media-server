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PLEX_MEDIA_SERVER | Category: MOVIES_MEDIA</a:t>
            </a:r>
          </a:p>
          <a:p>
            <a:r>
              <a:rPr sz="1400"/>
              <a:t>Upstream: https://github.com/nicedoc/Plex-Media-Server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PLEX_MEDIA_SERVER.</a:t>
            </a:r>
          </a:p>
          <a:p>
            <a:r>
              <a:rPr sz="1400"/>
              <a:t>(swap) Use: github.com/nicedoc/emby-server — Emby media 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PLEX_MEDIA_SERVER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